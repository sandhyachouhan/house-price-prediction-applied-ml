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67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48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7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4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5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1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6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9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9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1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House Prices Using Real Estate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FEAD6-9EA9-B7BC-1744-F1C9C8A1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0A727-E8AE-FFF7-41EE-175E7E969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174" y="1878008"/>
            <a:ext cx="7729728" cy="31019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bjective: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end-to-end machine learning system to predict house prices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readiness</a:t>
            </a:r>
          </a:p>
        </p:txBody>
      </p:sp>
    </p:spTree>
    <p:extLst>
      <p:ext uri="{BB962C8B-B14F-4D97-AF65-F5344CB8AC3E}">
        <p14:creationId xmlns:p14="http://schemas.microsoft.com/office/powerpoint/2010/main" val="3874118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523613"/>
            <a:ext cx="7729728" cy="67592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342" y="1625322"/>
            <a:ext cx="8712167" cy="4067555"/>
          </a:xfrm>
        </p:spPr>
        <p:txBody>
          <a:bodyPr>
            <a:no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 prediction is a supervised regression problem.</a:t>
            </a: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 data types (numerical, categorical, temporal)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noisy data</a:t>
            </a: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production-ready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491613"/>
            <a:ext cx="7729728" cy="648929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33" y="2008779"/>
            <a:ext cx="9892038" cy="38119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</a:p>
          <a:p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~247,000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records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Size, Bedrooms, Bathrooms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Location, Property Type, Condition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Built, Date Sold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768" y="473079"/>
            <a:ext cx="9046464" cy="647798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148" y="1949786"/>
            <a:ext cx="8721999" cy="31019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Dropped rows with missing target values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 for numerical features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categorical values with 'Unknown'</a:t>
            </a: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Sold Year and Sold Month extracted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Age = Sold Year - Year Built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Property 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450510"/>
            <a:ext cx="7729728" cy="667463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452" y="1878008"/>
            <a:ext cx="7729728" cy="37657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Type: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Regression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Used:</a:t>
            </a:r>
          </a:p>
          <a:p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for tabular data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scalable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multicore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463247"/>
            <a:ext cx="7729728" cy="736289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819" y="1601622"/>
            <a:ext cx="9469251" cy="49368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Strategy:</a:t>
            </a:r>
          </a:p>
          <a:p>
            <a:r>
              <a:rPr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80-20 train-test split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Multicore training enabled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Absolute Error (MAE)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Squared Error (RMSE)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 ≈ 19,231</a:t>
            </a:r>
          </a:p>
          <a:p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 ≈ 29,228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473644"/>
            <a:ext cx="7729728" cy="628134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847" y="2146431"/>
            <a:ext cx="10049354" cy="34284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→ Data Cleaning → Feature Engineering →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→ Saved Model →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Principles: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Deployment-ready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561569"/>
            <a:ext cx="7729728" cy="637966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676" y="1974367"/>
            <a:ext cx="9075961" cy="47164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Stack:</a:t>
            </a:r>
          </a:p>
          <a:p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model serving</a:t>
            </a:r>
          </a:p>
          <a:p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server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Features: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JSON-based input/output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Swagger UI for testing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price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519336"/>
            <a:ext cx="7729728" cy="588805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10" y="1841631"/>
            <a:ext cx="7729728" cy="39692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complete ML pipeline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strong predictive accuracy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as a real-time API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embeddings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51</TotalTime>
  <Words>287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Times New Roman</vt:lpstr>
      <vt:lpstr>Parcel</vt:lpstr>
      <vt:lpstr>Case Study 1  Predicting House Prices Using Real Estate Data</vt:lpstr>
      <vt:lpstr>PowerPoint Presentation</vt:lpstr>
      <vt:lpstr>Problem Framing</vt:lpstr>
      <vt:lpstr>Dataset Overview</vt:lpstr>
      <vt:lpstr>Data Cleaning &amp; Feature Engineering</vt:lpstr>
      <vt:lpstr>Methodology</vt:lpstr>
      <vt:lpstr>Model Training &amp; Evaluation</vt:lpstr>
      <vt:lpstr>System Architecture</vt:lpstr>
      <vt:lpstr>Deployment &amp; API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Sandhya Chouhan</cp:lastModifiedBy>
  <cp:revision>2</cp:revision>
  <dcterms:created xsi:type="dcterms:W3CDTF">2013-01-27T09:14:16Z</dcterms:created>
  <dcterms:modified xsi:type="dcterms:W3CDTF">2026-02-05T09:10:17Z</dcterms:modified>
  <cp:category/>
</cp:coreProperties>
</file>